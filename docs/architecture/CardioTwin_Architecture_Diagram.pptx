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CardioTwin X: System Architecture Diagram</a:t>
            </a:r>
          </a:p>
          <a:p>
            <a:pPr algn="ctr">
              <a:defRPr sz="1400">
                <a:solidFill>
                  <a:srgbClr val="38BDF8"/>
                </a:solidFill>
              </a:defRPr>
            </a:pPr>
            <a:r>
              <a:t>Adaptive Simulation-Driven Cardiovascular Digital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Telemetry Ingestion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Continuous 24h Vitals Stream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Heart Rate (HR - bpm)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Systolic BP (SBP - mmHg)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Diastolic BP (DBP - mmHg)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Circadian Baseline Rhythm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Stress / Exercise Episodes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Sensor Dropout (NaN) Ingestion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Secondary Manual Entry Vitals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463040"/>
            <a:ext cx="256032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18CF8"/>
                </a:solidFill>
              </a:defRPr>
            </a:pPr>
            <a:r>
              <a:t>2. Adaptive State Estimator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Unscented Kalman Filter (UKF)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3-Element Windkessel (WK3 ODE)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Rp: Vascular Resistance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C: Arterial Compliance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SV: Stroke Volume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HR: Chronotropic State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Deterministic Sigma-Points (2L+1)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RK45 ODE Integration (SciPy)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Dynamic Baroreflex Feedback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56032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3. Innovation Divergence Engine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Normalized Innovation Vector (v)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Mahalanobis Distance D_M: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   D_M = sqrt(v^T * S^-1 * v)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Quantile Chi-Square Thresholds: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Normal (D_M &lt; 2.30)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Watch (2.30 &lt;= D_M &lt; 3.14)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Significant (D_M &gt;= 3.14)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N=3 Persistence Glitch Filter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50-Twin Monte Carlo Ensemble (90%)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IsolationForest Secondary Detector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7696" y="1463040"/>
            <a:ext cx="256032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4. Clinical Decision &amp; UI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Dynamic 3D Biomechanical Heart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Pressure-Mapped Ventricle Mesh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Aortic Arch Pulsation &amp; Coloring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Explainability Narrative Engine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Parameter Shift % &amp; Sigma Scores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What-If Counterfactual Simulator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Vasodilation / Salt / Exercise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Data Reliability Scoring (High/Med/Low)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30-Patient Cohort Benchmark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CardioTwin X — Developed at BMS Institute of Technology and Management (BMSIT&amp;M) | Open-Source (MIT)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