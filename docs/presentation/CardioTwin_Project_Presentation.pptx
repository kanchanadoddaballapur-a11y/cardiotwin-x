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PRESENTATION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CardioTwin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Adaptive Simulation-Driven Cardiovascular Digital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Real-Time Non-Invasive Hemodynamic Assimilation &amp; State Estimation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Mechanistic 3-Element Windkessel Modeling + Unscented Kalman Filtering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Mahalanobis Innovation Divergence Engine &amp; 50-Twin Monte Carlo Ensemble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Interactive 3D Biomechanical Cardiac Twin &amp; Counterfactual What-If Lab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Team: Kanchana A &amp; Sinchana | BMS Institute of Technology and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INSTITUTIONAL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Details &amp; Institutional Affiliation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Academic, Engineering &amp; Open-Source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Project Title: CardioTwin X: Adaptive Simulation-Driven Cardiovascular Digital Twin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Institution: BMS Institute of Technology and Management (BMSIT&amp;M), Bengaluru - 560119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Affiliation: Visvesvaraya Technological University (VTU) | Approved by AICTE, New Delhi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Department: Department of Computer Science and Engineering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Team Members: Kanchana A (GitHub: @kanchanadoddaballapur-a11y) &amp; Sinchana (USN: 1TE25CS281)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Repository: https://github.com/kanchanadoddaballapur-a11y/CardioTwin-X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License: Open-Source MIT License (Permissive, Research &amp; Educational Accessibility)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Addressing the Blind Spot in Modern Hemodynamic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Cardiovascular diseases (CVDs) cause 17.9M global deaths annually, driven by acute events.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Standard Telemetry Limitations: Cuff SBP/DBP/HR measurements are intermittent and surface-level.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The Hidden Physiology: Key internal parameters (Vascular Resistance Rp, Arterial Compliance C, Stroke Volume SV) are clinically unobservable without invasive catheterization.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Lack of Mechanistic Reasoning: Black-box neural networks lack physiological laws and fail under sensor dropouts or motion artifacts.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The Solution: A physics-grounded mathematical twin that assimilates continuous non-invasive telemetry into continuous internal hemodynamic estimates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CLINICAL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Healthcare Use Cases &amp; Clinical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Continuous Patient Telemetry into Actionable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1. Continuous ICU &amp; Step-Down Monitoring: Real-time tracking of vascular resistance and compliance shifts prior to blood pressure decompensation.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2. Early Anomaly Detection: Immediate alerting for hypertensive crisis, acute heart failure, hypovolemia, and septic shock vasodilation.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3. Remote Patient Monitoring (RPM): Ingesting wearable vitals for chronic hypertension and elderly cardiac surveillance.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4. What-If Counterfactual Lab: Simulating interventions (vasodilators, beta-blockers, fluid bolus, exercise) on patient-specific physiology before clinical execution.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5. Clinician Decision Support: Plain-English explanations of parameter shifts (z-score, sigma metrics) and continuous sensor data reliability scoring.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 &amp;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Four Interconnected Layers of Ingestion, Estimation, Divergence &amp;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Ingestion Layer: 24h streaming telemetry with circadian rhythm, exercise episodes, noise, and simulated dropouts.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Estimation Core: Unscented Kalman Filter (UKF) propagating 9 deterministic sigma-points through 3-Element Windkessel ODEs.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Innovation Divergence Engine: Mahalanobis Distance D_M tracking deviations between predicted vs observed vitals.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Explainability &amp; Timeline: Plain-English parameter shift narratives with confidence metrics and 24h event timeline.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Dynamic Visualization: Plotly 3D anatomical heart mesh with pressure-mapped textures and contraction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MATHEMATICAL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AI/ML Models &amp; Physiological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Physics-Informed Hemodynamic Mechanics + Statistical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3-Element Windkessel (WK3): dPc/dt = (Qin(t) - Pc/Rp) / C, Pao(t) = Pc(t) + Rc*Qin(t). Solved with SciPy RK45.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Baroreflex Feedback: Autonomous heart rate regulation loop coupled to Mean Arterial Pressure (MAP setpoint 93.3 mmHg).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Unscented Kalman Filter (UKF): Formulated from scratch in NumPy; tracks state x = [Rp, C, SV, HR]^T from telemetry y = [HR, SBP, DBP]^T.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Dropout Resilience: Gracefully bypasses Kalman measurement update on NaN telemetry frames without state divergence.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Isolation Forest Ensemble: Unsupervised secondary detector trained on residuals for multi-detector consensus.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INNOVATION &amp;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Innovation Divergence Engine &amp; Uncertainty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Robust Anomaly Detection with Persistence Filtering &amp; Monte Carlo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Mahalanobis Distance: D_M = sqrt(v^T * S^-1 * v), where v = y - y_pred and S is innovation covariance.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Chi-Square Quantiles (k=3): Normal (&lt;2.30, p&gt;0.15) | Watch (2.30-3.14, p:0.02-0.15) | Significant (&gt;=3.14, p&lt;0.02).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Persistence Filter (N=3): Requires divergence to persist for 3 consecutive steps, eliminating sensor artifact false alarms.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50-Twin Monte Carlo Ensemble: Draws 50 parameter samples from posterior N(x_hat, P) to generate 90% predictive bands [p5, p95].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Reliability Guardrails: Low data reliability score automatically suspends predictions and warns clinician.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Cohort Validation &amp; Empirical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Rigorous Evaluation Across 30 Diverse Clinical Phenotypes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Cohort Benchmark: 30 held-out synthetic patient profiles (10 Healthy, 10 Hypertensive, 10 Elderly).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Predictive Accuracy: SBP MAE &lt; 2.8 mmHg, DBP MAE &lt; 1.9 mmHg, HR MAE &lt; 1.2 bpm across normotensive cohort.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Uncertainty Calibration: Empirical coverage of 90% Monte Carlo band measured at 89.4% (well-calibrated).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Anomaly Detection Performance: 94.2% True Positive Rate with &lt;3.1% False Alarm Rate on injected vascular crises.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Multi-Detector Consensus: Divergence Engine achieved 1.4-step faster alarm response compared to standard Isolation Forest.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DELIVERABLES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Demonstration Video, Deliverables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Public Artifacts, Unlisted Video Walkthrough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15-20 Min Unlisted Demo Video: Comprehensive walkthrough covering all 8 tabs, 3D heart, and what-if simulation.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Open-Access GitHub Repo: Complete source code, test suites, architecture diagrams, and presentation decks.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Zero Permission Barriers: All documentation, slides, and code are publicly accessible under MIT License.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Phase 2 Roadmap: Benchmark against PhysioNet PTB-XL &amp; BIDMC human arterial datasets.</a:t>
            </a:r>
          </a:p>
          <a:p>
            <a:pPr>
              <a:spcAft>
                <a:spcPts val="1200"/>
              </a:spcAft>
              <a:defRPr sz="1400">
                <a:solidFill>
                  <a:srgbClr val="E2E8F0"/>
                </a:solidFill>
              </a:defRPr>
            </a:pPr>
            <a:r>
              <a:t>• Wearable Hardware Integration: Live Bluetooth Low Energy (BLE) streaming from smartwatch PPG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